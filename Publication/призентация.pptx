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9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DD6AD-450C-4D7A-B8AB-F0F019533EDD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77969-9096-4F3A-9E04-BAA60232500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B77969-9096-4F3A-9E04-BAA60232500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ShoeStore</a:t>
            </a:r>
          </a:p>
          <a:p>
            <a:r>
              <a:t>Архитектура и реализация Android‑приложения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>
                <a:latin typeface="+mj-lt"/>
              </a:rPr>
              <a:t>Разработка с использованием:</a:t>
            </a:r>
          </a:p>
          <a:p>
            <a:r>
              <a:rPr>
                <a:latin typeface="+mj-lt"/>
              </a:rPr>
              <a:t>Android Studio</a:t>
            </a:r>
          </a:p>
          <a:p>
            <a:r>
              <a:rPr>
                <a:latin typeface="+mj-lt"/>
              </a:rPr>
              <a:t>Jetpack Compose</a:t>
            </a:r>
          </a:p>
          <a:p>
            <a:r>
              <a:rPr>
                <a:latin typeface="+mj-lt"/>
              </a:rPr>
              <a:t>Kotlin</a:t>
            </a: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>
              <a:latin typeface="+mj-lt"/>
            </a:endParaRPr>
          </a:p>
          <a:p>
            <a:r>
              <a:rPr sz="2000">
                <a:latin typeface="+mj-lt"/>
              </a:rPr>
              <a:t>Автор</a:t>
            </a:r>
            <a:r>
              <a:rPr sz="2000" smtClean="0">
                <a:latin typeface="+mj-lt"/>
              </a:rPr>
              <a:t>:</a:t>
            </a:r>
            <a:r>
              <a:rPr lang="ru-RU" sz="2000" dirty="0" smtClean="0">
                <a:latin typeface="+mj-lt"/>
              </a:rPr>
              <a:t> </a:t>
            </a:r>
            <a:r>
              <a:rPr lang="ru-RU" sz="2000" dirty="0" err="1" smtClean="0">
                <a:latin typeface="+mj-lt"/>
              </a:rPr>
              <a:t>Тугин</a:t>
            </a:r>
            <a:r>
              <a:rPr lang="ru-RU" sz="2000" dirty="0" smtClean="0">
                <a:latin typeface="+mj-lt"/>
              </a:rPr>
              <a:t> Д. А.</a:t>
            </a:r>
            <a:endParaRPr sz="200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/>
              <a:t>Варианты </a:t>
            </a:r>
            <a:r>
              <a:rPr smtClean="0"/>
              <a:t>использования</a:t>
            </a:r>
            <a:endParaRPr/>
          </a:p>
        </p:txBody>
      </p:sp>
      <p:pic>
        <p:nvPicPr>
          <p:cNvPr id="4" name="Рисунок 3"/>
          <p:cNvPicPr/>
          <p:nvPr/>
        </p:nvPicPr>
        <p:blipFill>
          <a:blip r:embed="rId3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="" xmlns:wne="http://schemas.microsoft.com/office/word/2006/wordml" xmlns:w="http://schemas.openxmlformats.org/wordprocessingml/2006/main" xmlns:w10="urn:schemas-microsoft-com:office:word" xmlns:wp="http://schemas.openxmlformats.org/drawingml/2006/wordprocessingDrawing" xmlns:v="urn:schemas-microsoft-com:vml" xmlns:m="http://schemas.openxmlformats.org/officeDocument/2006/math" xmlns:o="urn:schemas-microsoft-com:office:office" xmlns:ve="http://schemas.openxmlformats.org/markup-compatibility/2006" val="0"/>
              </a:ext>
            </a:extLst>
          </a:blip>
          <a:stretch>
            <a:fillRect/>
          </a:stretch>
        </p:blipFill>
        <p:spPr>
          <a:xfrm>
            <a:off x="2062023" y="1723697"/>
            <a:ext cx="4914849" cy="43124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Архитектура приложения (MVVM)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mtClean="0"/>
              <a:t>Presentation (UI)</a:t>
            </a:r>
          </a:p>
          <a:p>
            <a:r>
              <a:rPr smtClean="0"/>
              <a:t>• Jetpack Compose</a:t>
            </a:r>
          </a:p>
          <a:p>
            <a:r>
              <a:rPr smtClean="0"/>
              <a:t>• ViewModel</a:t>
            </a:r>
          </a:p>
          <a:p>
            <a:pPr>
              <a:buNone/>
            </a:pPr>
            <a:endParaRPr smtClean="0"/>
          </a:p>
          <a:p>
            <a:r>
              <a:rPr smtClean="0"/>
              <a:t>Data</a:t>
            </a:r>
          </a:p>
          <a:p>
            <a:r>
              <a:rPr smtClean="0"/>
              <a:t>• Работа с данными и репозиториями</a:t>
            </a:r>
          </a:p>
          <a:p>
            <a:endParaRPr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1400">
                <a:latin typeface="+mj-lt"/>
              </a:rPr>
              <a:t>Язык: Kotlin</a:t>
            </a:r>
          </a:p>
          <a:p>
            <a:r>
              <a:rPr sz="1400">
                <a:latin typeface="+mj-lt"/>
              </a:rPr>
              <a:t>UI: Jetpack Compose</a:t>
            </a:r>
          </a:p>
          <a:p>
            <a:r>
              <a:rPr sz="1400">
                <a:latin typeface="+mj-lt"/>
              </a:rPr>
              <a:t>Навигация: Navigation Component</a:t>
            </a:r>
          </a:p>
          <a:p>
            <a:r>
              <a:rPr sz="1400">
                <a:latin typeface="+mj-lt"/>
              </a:rPr>
              <a:t>Асинхронность: Coroutines</a:t>
            </a:r>
          </a:p>
          <a:p>
            <a:r>
              <a:rPr sz="1400">
                <a:latin typeface="+mj-lt"/>
              </a:rPr>
              <a:t>UI компоненты: Material </a:t>
            </a:r>
            <a:r>
              <a:rPr sz="1400" smtClean="0">
                <a:latin typeface="+mj-lt"/>
              </a:rPr>
              <a:t>Desig</a:t>
            </a:r>
            <a:endParaRPr lang="ru-RU" sz="1400" dirty="0" smtClean="0">
              <a:latin typeface="+mj-lt"/>
            </a:endParaRPr>
          </a:p>
          <a:p>
            <a:pPr>
              <a:buNone/>
            </a:pPr>
            <a:endParaRPr lang="ru-RU" sz="1400" dirty="0" smtClean="0">
              <a:latin typeface="+mj-lt"/>
            </a:endParaRPr>
          </a:p>
          <a:p>
            <a:pPr>
              <a:buNone/>
            </a:pPr>
            <a:r>
              <a:rPr lang="en-US" sz="1400" b="1" dirty="0" err="1" smtClean="0">
                <a:latin typeface="+mj-lt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sz="1400" b="1" dirty="0" smtClean="0"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 smtClean="0">
                <a:latin typeface="+mj-lt"/>
                <a:ea typeface="Arial" pitchFamily="34" charset="-122"/>
                <a:cs typeface="Arial" pitchFamily="34" charset="-120"/>
              </a:rPr>
              <a:t>Стек</a:t>
            </a:r>
            <a:r>
              <a:rPr lang="en-US" sz="1400" b="1" dirty="0" smtClean="0"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 smtClean="0">
                <a:latin typeface="+mj-lt"/>
                <a:ea typeface="Arial" pitchFamily="34" charset="-122"/>
                <a:cs typeface="Arial" pitchFamily="34" charset="-120"/>
              </a:rPr>
              <a:t>Библиотек</a:t>
            </a:r>
            <a:endParaRPr lang="ru-RU" sz="1400" b="1" dirty="0" smtClean="0">
              <a:latin typeface="+mj-lt"/>
              <a:ea typeface="Arial" pitchFamily="34" charset="-122"/>
              <a:cs typeface="Arial" pitchFamily="34" charset="-120"/>
            </a:endParaRPr>
          </a:p>
          <a:p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Compose 1.6.0</a:t>
            </a:r>
            <a:endParaRPr lang="en-US" sz="1400" dirty="0" smtClean="0">
              <a:latin typeface="+mj-lt"/>
            </a:endParaRPr>
          </a:p>
          <a:p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Navigation</a:t>
            </a:r>
            <a:endParaRPr lang="ru-RU" sz="1400" dirty="0" smtClean="0">
              <a:latin typeface="+mj-lt"/>
              <a:ea typeface="Arial" pitchFamily="34" charset="-122"/>
              <a:cs typeface="Arial" pitchFamily="34" charset="-120"/>
            </a:endParaRPr>
          </a:p>
          <a:p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Material 3</a:t>
            </a:r>
            <a:endParaRPr lang="ru-RU" sz="1400" dirty="0" smtClean="0">
              <a:latin typeface="+mj-lt"/>
              <a:ea typeface="Arial" pitchFamily="34" charset="-122"/>
              <a:cs typeface="Arial" pitchFamily="34" charset="-120"/>
            </a:endParaRPr>
          </a:p>
          <a:p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Retrofit 2.10</a:t>
            </a:r>
            <a:endParaRPr lang="en-US" sz="1400" dirty="0" smtClean="0">
              <a:latin typeface="+mj-lt"/>
            </a:endParaRPr>
          </a:p>
          <a:p>
            <a:r>
              <a:rPr lang="en-US" sz="1400" dirty="0" err="1" smtClean="0">
                <a:latin typeface="+mj-lt"/>
                <a:ea typeface="Arial" pitchFamily="34" charset="-122"/>
                <a:cs typeface="Arial" pitchFamily="34" charset="-120"/>
              </a:rPr>
              <a:t>OkHttp</a:t>
            </a:r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 4.11</a:t>
            </a:r>
            <a:endParaRPr lang="en-US" sz="1400" dirty="0" smtClean="0">
              <a:latin typeface="+mj-lt"/>
            </a:endParaRPr>
          </a:p>
          <a:p>
            <a:r>
              <a:rPr lang="en-US" sz="1400" dirty="0" err="1" smtClean="0">
                <a:latin typeface="+mj-lt"/>
                <a:ea typeface="Arial" pitchFamily="34" charset="-122"/>
                <a:cs typeface="Arial" pitchFamily="34" charset="-120"/>
              </a:rPr>
              <a:t>Gson</a:t>
            </a:r>
            <a:endParaRPr lang="ru-RU" sz="1400" dirty="0" smtClean="0">
              <a:latin typeface="+mj-lt"/>
              <a:ea typeface="Arial" pitchFamily="34" charset="-122"/>
              <a:cs typeface="Arial" pitchFamily="34" charset="-120"/>
            </a:endParaRPr>
          </a:p>
          <a:p>
            <a:r>
              <a:rPr lang="en-US" sz="1400" dirty="0" err="1" smtClean="0">
                <a:latin typeface="+mj-lt"/>
                <a:ea typeface="Arial" pitchFamily="34" charset="-122"/>
                <a:cs typeface="Arial" pitchFamily="34" charset="-120"/>
              </a:rPr>
              <a:t>Coroutines</a:t>
            </a:r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 1.7</a:t>
            </a:r>
            <a:endParaRPr lang="en-US" sz="1400" dirty="0" smtClean="0">
              <a:latin typeface="+mj-lt"/>
            </a:endParaRPr>
          </a:p>
          <a:p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Flow</a:t>
            </a:r>
            <a:endParaRPr lang="ru-RU" sz="1400" dirty="0" smtClean="0">
              <a:latin typeface="+mj-lt"/>
              <a:ea typeface="Arial" pitchFamily="34" charset="-122"/>
              <a:cs typeface="Arial" pitchFamily="34" charset="-120"/>
            </a:endParaRPr>
          </a:p>
          <a:p>
            <a:r>
              <a:rPr lang="en-US" sz="1400" dirty="0" err="1" smtClean="0">
                <a:latin typeface="+mj-lt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1400" dirty="0" smtClean="0">
                <a:latin typeface="+mj-lt"/>
                <a:ea typeface="Arial" pitchFamily="34" charset="-122"/>
                <a:cs typeface="Arial" pitchFamily="34" charset="-120"/>
              </a:rPr>
              <a:t> 1.9</a:t>
            </a:r>
            <a:endParaRPr lang="en-US" sz="1400" dirty="0" smtClean="0">
              <a:latin typeface="+mj-lt"/>
            </a:endParaRPr>
          </a:p>
          <a:p>
            <a:pPr>
              <a:buNone/>
            </a:pPr>
            <a:endParaRPr lang="en-US" sz="1400" dirty="0" smtClean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Ключевые архитектурные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ru-RU" sz="2000" dirty="0" smtClean="0"/>
          </a:p>
          <a:p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Паттерн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: MVVM (Model-View-</a:t>
            </a:r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sz="2000"/>
          </a:p>
          <a:p>
            <a:r>
              <a:rPr sz="2000" smtClean="0"/>
              <a:t>Declarative </a:t>
            </a:r>
            <a:r>
              <a:rPr sz="2000"/>
              <a:t>UI (Composable функции)</a:t>
            </a:r>
          </a:p>
          <a:p>
            <a:r>
              <a:rPr sz="2000" smtClean="0"/>
              <a:t>Unidirectional </a:t>
            </a:r>
            <a:r>
              <a:rPr sz="2000"/>
              <a:t>Data Flow</a:t>
            </a:r>
          </a:p>
          <a:p>
            <a:endParaRPr lang="ru-RU" sz="2000" dirty="0" smtClean="0"/>
          </a:p>
          <a:p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</a:t>
            </a:r>
            <a:r>
              <a:rPr lang="ru-RU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я </a:t>
            </a:r>
            <a:r>
              <a:rPr lang="en-US" sz="20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ru-RU" sz="2000" dirty="0" smtClean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sz="2000" dirty="0" smtClean="0"/>
          </a:p>
          <a:p>
            <a:r>
              <a:rPr sz="2000" smtClean="0"/>
              <a:t>Поток </a:t>
            </a:r>
            <a:r>
              <a:rPr sz="2000"/>
              <a:t>данных:</a:t>
            </a:r>
          </a:p>
          <a:p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r>
              <a:rPr sz="2000" smtClean="0"/>
              <a:t>→ </a:t>
            </a:r>
            <a:r>
              <a:rPr lang="en-US" sz="20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Repository </a:t>
            </a:r>
            <a:r>
              <a:rPr sz="2000" smtClean="0"/>
              <a:t>→ </a:t>
            </a:r>
            <a:r>
              <a:rPr sz="2000"/>
              <a:t>ViewModel </a:t>
            </a:r>
            <a:r>
              <a:rPr sz="2000" smtClean="0"/>
              <a:t>→ UI</a:t>
            </a: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Итоги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sz="2800" dirty="0" err="1">
                <a:latin typeface="+mj-lt"/>
              </a:rPr>
              <a:t>Реализовано</a:t>
            </a:r>
            <a:r>
              <a:rPr sz="2800" dirty="0">
                <a:latin typeface="+mj-lt"/>
              </a:rPr>
              <a:t>:</a:t>
            </a:r>
          </a:p>
          <a:p>
            <a:r>
              <a:rPr sz="2800" dirty="0" err="1" smtClean="0">
                <a:latin typeface="+mj-lt"/>
              </a:rPr>
              <a:t>Каталог</a:t>
            </a:r>
            <a:r>
              <a:rPr sz="2800" dirty="0" smtClean="0">
                <a:latin typeface="+mj-lt"/>
              </a:rPr>
              <a:t> </a:t>
            </a:r>
            <a:r>
              <a:rPr sz="2800" dirty="0" err="1">
                <a:latin typeface="+mj-lt"/>
              </a:rPr>
              <a:t>товаров</a:t>
            </a:r>
            <a:endParaRPr sz="2800" dirty="0">
              <a:latin typeface="+mj-lt"/>
            </a:endParaRPr>
          </a:p>
          <a:p>
            <a:r>
              <a:rPr sz="2800" dirty="0" err="1" smtClean="0">
                <a:latin typeface="+mj-lt"/>
              </a:rPr>
              <a:t>Просмотр</a:t>
            </a:r>
            <a:r>
              <a:rPr sz="2800" dirty="0" smtClean="0">
                <a:latin typeface="+mj-lt"/>
              </a:rPr>
              <a:t> </a:t>
            </a:r>
            <a:r>
              <a:rPr sz="2800" dirty="0" err="1">
                <a:latin typeface="+mj-lt"/>
              </a:rPr>
              <a:t>карточки</a:t>
            </a:r>
            <a:r>
              <a:rPr sz="2800" dirty="0">
                <a:latin typeface="+mj-lt"/>
              </a:rPr>
              <a:t> </a:t>
            </a:r>
            <a:r>
              <a:rPr sz="2800" dirty="0" err="1">
                <a:latin typeface="+mj-lt"/>
              </a:rPr>
              <a:t>товара</a:t>
            </a:r>
            <a:endParaRPr sz="2800" dirty="0">
              <a:latin typeface="+mj-lt"/>
            </a:endParaRPr>
          </a:p>
          <a:p>
            <a:r>
              <a:rPr sz="2800" dirty="0" err="1" smtClean="0">
                <a:latin typeface="+mj-lt"/>
              </a:rPr>
              <a:t>Добавление</a:t>
            </a:r>
            <a:r>
              <a:rPr sz="2800" dirty="0" smtClean="0">
                <a:latin typeface="+mj-lt"/>
              </a:rPr>
              <a:t> </a:t>
            </a:r>
            <a:r>
              <a:rPr sz="2800" dirty="0">
                <a:latin typeface="+mj-lt"/>
              </a:rPr>
              <a:t>в </a:t>
            </a:r>
            <a:r>
              <a:rPr sz="2800" dirty="0" err="1">
                <a:latin typeface="+mj-lt"/>
              </a:rPr>
              <a:t>корзину</a:t>
            </a:r>
            <a:endParaRPr sz="2800" dirty="0">
              <a:latin typeface="+mj-lt"/>
            </a:endParaRPr>
          </a:p>
          <a:p>
            <a:r>
              <a:rPr sz="2800" dirty="0" err="1" smtClean="0">
                <a:latin typeface="+mj-lt"/>
              </a:rPr>
              <a:t>Оформление</a:t>
            </a:r>
            <a:r>
              <a:rPr sz="2800" dirty="0" smtClean="0">
                <a:latin typeface="+mj-lt"/>
              </a:rPr>
              <a:t> </a:t>
            </a:r>
            <a:r>
              <a:rPr sz="2800" dirty="0" err="1">
                <a:latin typeface="+mj-lt"/>
              </a:rPr>
              <a:t>заказа</a:t>
            </a:r>
            <a:endParaRPr sz="2800" dirty="0">
              <a:latin typeface="+mj-lt"/>
            </a:endParaRPr>
          </a:p>
          <a:p>
            <a:pPr>
              <a:buNone/>
            </a:pP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ShoeStore</a:t>
            </a:r>
          </a:p>
          <a:p>
            <a:r>
              <a:t>Архитектура и реализация Android‑приложения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>
                <a:latin typeface="+mj-lt"/>
              </a:rPr>
              <a:t>Разработка с использованием:</a:t>
            </a:r>
          </a:p>
          <a:p>
            <a:r>
              <a:rPr>
                <a:latin typeface="+mj-lt"/>
              </a:rPr>
              <a:t>Android Studio</a:t>
            </a:r>
          </a:p>
          <a:p>
            <a:r>
              <a:rPr>
                <a:latin typeface="+mj-lt"/>
              </a:rPr>
              <a:t>Jetpack Compose</a:t>
            </a:r>
          </a:p>
          <a:p>
            <a:r>
              <a:rPr>
                <a:latin typeface="+mj-lt"/>
              </a:rPr>
              <a:t>Kotlin</a:t>
            </a: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 lang="ru-RU" dirty="0" smtClean="0">
              <a:latin typeface="+mj-lt"/>
            </a:endParaRPr>
          </a:p>
          <a:p>
            <a:endParaRPr>
              <a:latin typeface="+mj-lt"/>
            </a:endParaRPr>
          </a:p>
          <a:p>
            <a:r>
              <a:rPr sz="2000">
                <a:latin typeface="+mj-lt"/>
              </a:rPr>
              <a:t>Автор</a:t>
            </a:r>
            <a:r>
              <a:rPr sz="2000" smtClean="0">
                <a:latin typeface="+mj-lt"/>
              </a:rPr>
              <a:t>:</a:t>
            </a:r>
            <a:r>
              <a:rPr lang="ru-RU" sz="2000" dirty="0" smtClean="0">
                <a:latin typeface="+mj-lt"/>
              </a:rPr>
              <a:t> </a:t>
            </a:r>
            <a:r>
              <a:rPr lang="ru-RU" sz="2000" dirty="0" err="1" smtClean="0">
                <a:latin typeface="+mj-lt"/>
              </a:rPr>
              <a:t>Тугин</a:t>
            </a:r>
            <a:r>
              <a:rPr lang="ru-RU" sz="2000" dirty="0" smtClean="0">
                <a:latin typeface="+mj-lt"/>
              </a:rPr>
              <a:t> Д. А.</a:t>
            </a:r>
            <a:endParaRPr sz="2000">
              <a:latin typeface="+mj-l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22</TotalTime>
  <Words>153</Words>
  <Application>Microsoft Office PowerPoint</Application>
  <PresentationFormat>Экран (4:3)</PresentationFormat>
  <Paragraphs>70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Эркер</vt:lpstr>
      <vt:lpstr>ShoeStore Архитектура и реализация Android‑приложения</vt:lpstr>
      <vt:lpstr>Варианты использования</vt:lpstr>
      <vt:lpstr>Архитектура приложения (MVVM)</vt:lpstr>
      <vt:lpstr>Используемые технологии</vt:lpstr>
      <vt:lpstr>Ключевые архитектурные решения</vt:lpstr>
      <vt:lpstr>Итоги</vt:lpstr>
      <vt:lpstr>ShoeStore Архитектура и реализация Android‑приложения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ShoeStore Архитектура и реализация Android‑приложения</dc:title>
  <dc:creator>tugin</dc:creator>
  <dc:description>generated using python-pptx</dc:description>
  <cp:lastModifiedBy>android243</cp:lastModifiedBy>
  <cp:revision>7</cp:revision>
  <dcterms:created xsi:type="dcterms:W3CDTF">2013-01-27T09:14:16Z</dcterms:created>
  <dcterms:modified xsi:type="dcterms:W3CDTF">2026-03-06T10:40:09Z</dcterms:modified>
</cp:coreProperties>
</file>